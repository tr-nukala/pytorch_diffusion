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🧨 Diffusion Models with PyTorch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Tiny U-Net Learns to Denoise MNIST</a:t>
            </a:r>
          </a:p>
          <a:p>
            <a:r>
              <a:t>Tarun Reddy Nukala – PyTorch ATX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you'll see:</a:t>
            </a:r>
          </a:p>
          <a:p>
            <a:r>
              <a:t>Intro to Diffusion Models</a:t>
            </a:r>
          </a:p>
          <a:p>
            <a:r>
              <a:t>U-Net architecture in PyTorch</a:t>
            </a:r>
          </a:p>
          <a:p>
            <a:r>
              <a:t>Noise schedule and sampling</a:t>
            </a:r>
          </a:p>
          <a:p>
            <a:r>
              <a:t>Denoising demo on MNIST</a:t>
            </a:r>
          </a:p>
          <a:p>
            <a:r>
              <a:t>Live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Diffusion - 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Two-step process:</a:t>
            </a:r>
          </a:p>
          <a:p>
            <a:r>
              <a:t>1. Add noise (forward diffusion)</a:t>
            </a:r>
          </a:p>
          <a:p>
            <a:r>
              <a:t>2. Train model to remove noise (reverse)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U-Net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U-Net?</a:t>
            </a:r>
          </a:p>
          <a:p>
            <a:r>
              <a:t>• Convolutional encoder-decoder</a:t>
            </a:r>
          </a:p>
          <a:p>
            <a:r>
              <a:t>• Skip connections help preserve structure</a:t>
            </a:r>
          </a:p>
          <a:p>
            <a:r>
              <a:t>• Works well for image-to-image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experiment:</a:t>
            </a:r>
          </a:p>
          <a:p>
            <a:r>
              <a:t>• Dataset: MNIST (28x28 grayscale)</a:t>
            </a:r>
          </a:p>
          <a:p>
            <a:r>
              <a:t>• Noise steps: 100</a:t>
            </a:r>
          </a:p>
          <a:p>
            <a:r>
              <a:t>• Loss: MSE between predicted x₀ and ground truth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define:</a:t>
            </a:r>
          </a:p>
          <a:p>
            <a:r>
              <a:t>• βₜ: noise level per step</a:t>
            </a:r>
          </a:p>
          <a:p>
            <a:r>
              <a:t>• αₜ = 1 - βₜ</a:t>
            </a:r>
          </a:p>
          <a:p>
            <a:r>
              <a:t>• ᾱₜ = cumulative product of αₜ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Denoising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shown at different noise levels:</a:t>
            </a:r>
          </a:p>
          <a:p>
            <a:r>
              <a:t>• Original → Noisy → Denoised</a:t>
            </a:r>
          </a:p>
          <a:p>
            <a:r>
              <a:t>• Step size = 50 (adjustable)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After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observe:</a:t>
            </a:r>
          </a:p>
          <a:p>
            <a:r>
              <a:t>• Clean digits recovered from noisy versions</a:t>
            </a:r>
          </a:p>
          <a:p>
            <a:r>
              <a:t>• Still some fuzziness at high noise levels</a:t>
            </a:r>
          </a:p>
          <a:p>
            <a:r>
              <a:t>• Longer training and better U-Nets help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Diffusion in action:</a:t>
            </a:r>
          </a:p>
          <a:p>
            <a:r>
              <a:t>• You can train a tiny U-Net to reverse noise</a:t>
            </a:r>
          </a:p>
          <a:p>
            <a:r>
              <a:t>• Great for educational demos and intuition</a:t>
            </a:r>
          </a:p>
          <a:p>
            <a:r>
              <a:t>• Forms the basis of popular models like Stable Diffusion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+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Repo: github.com/ntreddy/diffusion-demo (replace with actual link)</a:t>
            </a:r>
          </a:p>
          <a:p>
            <a:r>
              <a:t>Reach out: @ntreddy on GitHub</a:t>
            </a:r>
          </a:p>
          <a:p>
            <a:r>
              <a:t>Thanks for attending!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